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 — 行情与 AI 事件对齐分析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Context</a:t>
            </a:r>
          </a:p>
          <a:p>
            <a:pPr>
              <a:defRPr sz="1400"/>
            </a:pPr>
            <a:r>
              <a:t>Ticker: SYN</a:t>
            </a:r>
          </a:p>
          <a:p>
            <a:pPr>
              <a:defRPr sz="1400"/>
            </a:pPr>
            <a:r>
              <a:t>Range: 2023-01-02 .. 2023-02-18</a:t>
            </a:r>
          </a:p>
          <a:p>
            <a:pPr>
              <a:defRPr sz="1400"/>
            </a:pPr>
            <a:r>
              <a:t>Bars analyzed: 48</a:t>
            </a:r>
          </a:p>
          <a:p>
            <a:pPr>
              <a:defRPr sz="1400"/>
            </a:pPr>
            <a:r>
              <a:t>Inflections detected: 3</a:t>
            </a:r>
          </a:p>
          <a:p>
            <a:pPr>
              <a:defRPr sz="1400"/>
            </a:pPr>
            <a:r>
              <a:t>Curated events: 2  ·  Alignments: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Detected inflections</a:t>
            </a:r>
          </a:p>
          <a:p>
            <a:pPr>
              <a:defRPr sz="1400"/>
            </a:pPr>
            <a:r>
              <a:t>2023-02-01  breakout_up  (significance 1.00)</a:t>
            </a:r>
          </a:p>
          <a:p>
            <a:pPr>
              <a:defRPr sz="1400"/>
            </a:pPr>
            <a:r>
              <a:t>2023-01-16  turning_up  (significance 0.49)</a:t>
            </a:r>
          </a:p>
          <a:p>
            <a:pPr>
              <a:defRPr sz="1400"/>
            </a:pPr>
            <a:r>
              <a:t>2023-02-06  turning_down  (significance 0.20)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2023-01-16 · turning_up</a:t>
            </a:r>
          </a:p>
          <a:p>
            <a:pPr>
              <a:defRPr sz="1400"/>
            </a:pPr>
            <a:r>
              <a:t>Aligned event(s): Major model release ignites demand</a:t>
            </a:r>
          </a:p>
          <a:p>
            <a:pPr>
              <a:defRPr sz="1400"/>
            </a:pPr>
            <a:r>
              <a:t>Impact: high</a:t>
            </a:r>
          </a:p>
          <a:p>
            <a:pPr>
              <a:defRPr sz="1400"/>
            </a:pPr>
            <a:r>
              <a:t>Lag: 0d  ·  Confidence: 80%</a:t>
            </a:r>
          </a:p>
          <a:p>
            <a:pPr>
              <a:defRPr sz="1400"/>
            </a:pPr>
            <a:r>
              <a:t>Why: Trough reversal follows the model launch. See https://openai.com/blog/chatgpt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2023-02-06 · turning_down</a:t>
            </a:r>
          </a:p>
          <a:p>
            <a:pPr>
              <a:defRPr sz="1400"/>
            </a:pPr>
            <a:r>
              <a:t>Aligned event(s): Guidance cut spooks the market</a:t>
            </a:r>
          </a:p>
          <a:p>
            <a:pPr>
              <a:defRPr sz="1400"/>
            </a:pPr>
            <a:r>
              <a:t>Impact: medium</a:t>
            </a:r>
          </a:p>
          <a:p>
            <a:pPr>
              <a:defRPr sz="1400"/>
            </a:pPr>
            <a:r>
              <a:t>Lag: 0d  ·  Confidence: 60%</a:t>
            </a:r>
          </a:p>
          <a:p>
            <a:pPr>
              <a:defRPr sz="1400"/>
            </a:pPr>
            <a:r>
              <a:t>Why: Peak reversal aligns with the guidance cut. See https://example.com/guidance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Sources</a:t>
            </a:r>
          </a:p>
          <a:p>
            <a:pPr>
              <a:defRPr sz="1400"/>
            </a:pPr>
            <a:r>
              <a:t>Major model release ignites demand — https://openai.com/blog/chatgpt</a:t>
            </a:r>
          </a:p>
          <a:p>
            <a:pPr>
              <a:defRPr sz="1400"/>
            </a:pPr>
            <a:r>
              <a:t>Guidance cut spooks the market — https://example.com/guidance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