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NVDA — 行情与 AI 事件对齐分析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Context</a:t>
            </a:r>
          </a:p>
          <a:p>
            <a:pPr>
              <a:defRPr sz="1400"/>
            </a:pPr>
            <a:r>
              <a:t>Ticker: NVDA</a:t>
            </a:r>
          </a:p>
          <a:p>
            <a:pPr>
              <a:defRPr sz="1400"/>
            </a:pPr>
            <a:r>
              <a:t>Range: 2022-09-01 .. 2023-07-01</a:t>
            </a:r>
          </a:p>
          <a:p>
            <a:pPr>
              <a:defRPr sz="1400"/>
            </a:pPr>
            <a:r>
              <a:t>Bars analyzed: 208</a:t>
            </a:r>
          </a:p>
          <a:p>
            <a:pPr>
              <a:defRPr sz="1400"/>
            </a:pPr>
            <a:r>
              <a:t>Inflections detected: 4</a:t>
            </a:r>
          </a:p>
          <a:p>
            <a:pPr>
              <a:defRPr sz="1400"/>
            </a:pPr>
            <a:r>
              <a:t>Curated events: 3  ·  Alignments: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Detected inflections</a:t>
            </a:r>
          </a:p>
          <a:p>
            <a:pPr>
              <a:defRPr sz="1400"/>
            </a:pPr>
            <a:r>
              <a:t>2023-05-25  breakout_up  (significance 1.00)</a:t>
            </a:r>
          </a:p>
          <a:p>
            <a:pPr>
              <a:defRPr sz="1400"/>
            </a:pPr>
            <a:r>
              <a:t>2022-11-10  breakout_up  (significance 0.67)</a:t>
            </a:r>
          </a:p>
          <a:p>
            <a:pPr>
              <a:defRPr sz="1400"/>
            </a:pPr>
            <a:r>
              <a:t>2023-02-23  breakout_up  (significance 0.57)</a:t>
            </a:r>
          </a:p>
          <a:p>
            <a:pPr>
              <a:defRPr sz="1400"/>
            </a:pPr>
            <a:r>
              <a:t>2022-09-13  breakdown  (significance 0.43)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2023-05-25 · breakout_up</a:t>
            </a:r>
          </a:p>
          <a:p>
            <a:pPr>
              <a:defRPr sz="1400"/>
            </a:pPr>
            <a:r>
              <a:t>Aligned event(s): NVIDIA reports blowout Q1 FY24 data-center revenue and guidance</a:t>
            </a:r>
          </a:p>
          <a:p>
            <a:pPr>
              <a:defRPr sz="1400"/>
            </a:pPr>
            <a:r>
              <a:t>Impact: high</a:t>
            </a:r>
          </a:p>
          <a:p>
            <a:pPr>
              <a:defRPr sz="1400"/>
            </a:pPr>
            <a:r>
              <a:t>Lag: 1d  ·  Confidence: 95%</a:t>
            </a:r>
          </a:p>
          <a:p>
            <a:pPr>
              <a:defRPr sz="1400"/>
            </a:pPr>
            <a:r>
              <a:t>Why: NVIDIA's blowout Q1 FY24 data-center revenue and guidance (event 2, 2022-05-24, one day before the inflection) is a high-impact earnings surprise that directly explains the strong BREAKOUT_UP on 2023-05-25. Source: https://nvidianews.nvidia.com/news/nvidia-announces-financial-results-for-first-quarter-fiscal-2024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2023-02-23 · breakout_up</a:t>
            </a:r>
          </a:p>
          <a:p>
            <a:pPr>
              <a:defRPr sz="1400"/>
            </a:pPr>
            <a:r>
              <a:t>Aligned event(s): OpenAI releases GPT-4 with multimodal capabilities</a:t>
            </a:r>
          </a:p>
          <a:p>
            <a:pPr>
              <a:defRPr sz="1400"/>
            </a:pPr>
            <a:r>
              <a:t>Impact: medium</a:t>
            </a:r>
          </a:p>
          <a:p>
            <a:pPr>
              <a:defRPr sz="1400"/>
            </a:pPr>
            <a:r>
              <a:t>Lag: -19d  ·  Confidence: 40%</a:t>
            </a:r>
          </a:p>
          <a:p>
            <a:pPr>
              <a:defRPr sz="1400"/>
            </a:pPr>
            <a:r>
              <a:t>Why: The GPT-4 release (event 1, 2023-03-14) is the nearest topically relevant event to the 2023-02-23 BREAKOUT_UP, but it occurs after the inflection with a sizable negative lag and only medium impact, so the causal link is weak. Source: https://openai.com/research/gpt-4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2022-11-10 · breakout_up</a:t>
            </a:r>
          </a:p>
          <a:p>
            <a:pPr>
              <a:defRPr sz="1400"/>
            </a:pPr>
            <a:r>
              <a:t>Aligned event(s): OpenAI launches ChatGPT, igniting generative-AI demand cycle</a:t>
            </a:r>
          </a:p>
          <a:p>
            <a:pPr>
              <a:defRPr sz="1400"/>
            </a:pPr>
            <a:r>
              <a:t>Impact: high</a:t>
            </a:r>
          </a:p>
          <a:p>
            <a:pPr>
              <a:defRPr sz="1400"/>
            </a:pPr>
            <a:r>
              <a:t>Lag: -20d  ·  Confidence: 35%</a:t>
            </a:r>
          </a:p>
          <a:p>
            <a:pPr>
              <a:defRPr sz="1400"/>
            </a:pPr>
            <a:r>
              <a:t>Why: The ChatGPT launch (event 0, 2022-11-30) igniting the generative-AI demand cycle is topically aligned with a BREAKOUT_UP, but it occurs after the 2022-11-10 inflection, so the timing weakens the causal case. Source: https://openai.com/blog/chatgpt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Sources</a:t>
            </a:r>
          </a:p>
          <a:p>
            <a:pPr>
              <a:defRPr sz="1400"/>
            </a:pPr>
            <a:r>
              <a:t>OpenAI launches ChatGPT, igniting generative-AI demand cycle — https://openai.com/blog/chatgpt</a:t>
            </a:r>
          </a:p>
          <a:p>
            <a:pPr>
              <a:defRPr sz="1400"/>
            </a:pPr>
            <a:r>
              <a:t>OpenAI releases GPT-4 with multimodal capabilities — https://openai.com/research/gpt-4</a:t>
            </a:r>
          </a:p>
          <a:p>
            <a:pPr>
              <a:defRPr sz="1400"/>
            </a:pPr>
            <a:r>
              <a:t>NVIDIA reports blowout Q1 FY24 data-center revenue and guidance — https://nvidianews.nvidia.com/news/nvidia-announces-financial-results-for-first-quarter-fiscal-2024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