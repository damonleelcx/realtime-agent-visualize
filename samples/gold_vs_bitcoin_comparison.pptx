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vs Bitcoin — 多资产对比与策略回测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Context</a:t>
            </a:r>
          </a:p>
          <a:p>
            <a:pPr>
              <a:defRPr sz="1400"/>
            </a:pPr>
            <a:r>
              <a:t>Assets: GC=F, BTC-USD</a:t>
            </a:r>
          </a:p>
          <a:p>
            <a:pPr>
              <a:defRPr sz="1400"/>
            </a:pPr>
            <a:r>
              <a:t>Range: 2023-01-01 .. 2025-01-01</a:t>
            </a:r>
          </a:p>
          <a:p>
            <a:pPr>
              <a:defRPr sz="1400"/>
            </a:pPr>
            <a:r>
              <a:t>Common trading days: 502</a:t>
            </a:r>
          </a:p>
          <a:p>
            <a:pPr>
              <a:defRPr sz="1400"/>
            </a:pPr>
            <a:r>
              <a:t>Deterministic, LLM-free; 252-day annualization, risk-free = 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Per-asset performance (buy &amp; hold)</a:t>
            </a:r>
          </a:p>
          <a:p>
            <a:pPr>
              <a:defRPr sz="1400"/>
            </a:pPr>
            <a:r>
              <a:t>GC=F: total +42.9% · CAGR +19.6% · vol 14.1% · Sharpe 1.34 · max DD -11.3%</a:t>
            </a:r>
          </a:p>
          <a:p>
            <a:pPr>
              <a:defRPr sz="1400"/>
            </a:pPr>
            <a:r>
              <a:t>BTC-USD: total +460.1% · CAGR +137.4% · vol 52.3% · Sharpe 1.92 · max DD -26.2%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Strategy backtests</a:t>
            </a:r>
          </a:p>
          <a:p>
            <a:pPr>
              <a:defRPr sz="1400"/>
            </a:pPr>
            <a:r>
              <a:t>monthly-rebalanced portfolio [monthly]: total +204.3% · CAGR +74.8% · max DD -13.2% · 23 rebalances · cost drag 0.28%</a:t>
            </a:r>
          </a:p>
          <a:p>
            <a:pPr>
              <a:defRPr sz="1400"/>
            </a:pPr>
            <a:r>
              <a:t>buy &amp; hold (no rebalance) [none]: total +251.5% · CAGR +87.9% · max DD -19.0% · 0 rebalances · cost drag 0.00%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Correlation</a:t>
            </a:r>
          </a:p>
          <a:p>
            <a:pPr>
              <a:defRPr sz="1400"/>
            </a:pPr>
            <a:r>
              <a:t>GC=F vs BTC-USD: pearson +0.08 (daily returns, 60d rolling series in xlsx)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/>
            </a:pPr>
            <a:r>
              <a:t>Sources</a:t>
            </a:r>
          </a:p>
          <a:p>
            <a:pPr>
              <a:defRPr sz="1400"/>
            </a:pPr>
            <a:r>
              <a:t>GC=F (yahoo): https://finance.yahoo.com/quote/GC=F/history</a:t>
            </a:r>
          </a:p>
          <a:p>
            <a:pPr>
              <a:defRPr sz="1400"/>
            </a:pPr>
            <a:r>
              <a:t>BTC-USD (yahoo): https://finance.yahoo.com/quote/BTC-USD/history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